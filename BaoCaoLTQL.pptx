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024505" y="1791335"/>
            <a:ext cx="5975985" cy="23069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7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Thái Văn </a:t>
            </a:r>
            <a:r>
              <a:rPr lang="vi-VN" altLang="en-US" sz="7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Hòa</a:t>
            </a:r>
            <a:endParaRPr lang="vi-VN" altLang="en-US" sz="7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vi-VN" altLang="en-US" sz="7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DPM225419</a:t>
            </a:r>
            <a:endParaRPr lang="vi-VN" altLang="en-US" sz="7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117158" y="2009140"/>
            <a:ext cx="11803380" cy="175323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5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Đề tài Báo cáo:</a:t>
            </a:r>
            <a:endParaRPr lang="vi-VN" altLang="en-US" sz="54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vi-VN" altLang="en-US" sz="5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Xây dựng hệ </a:t>
            </a:r>
            <a:r>
              <a:rPr lang="vi-VN" altLang="en-US" sz="4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thống </a:t>
            </a:r>
            <a:r>
              <a:rPr lang="vi-VN" altLang="en-US" sz="5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quản lý học sinh</a:t>
            </a:r>
            <a:endParaRPr lang="vi-VN" altLang="en-US" sz="54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166688" y="1292860"/>
            <a:ext cx="408940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u="sng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Phân tích hệ thống: </a:t>
            </a:r>
            <a:endParaRPr lang="vi-VN" altLang="en-US" sz="3200" b="1" u="sng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333058" y="2152650"/>
            <a:ext cx="9947910" cy="255333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l"/>
            <a:r>
              <a:rPr lang="vi-V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Đối tượng sử dụng: Sinh Viên, </a:t>
            </a:r>
            <a:r>
              <a:rPr lang="vi-V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</a:t>
            </a:r>
            <a:endParaRPr lang="vi-V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457200" algn="l"/>
            <a:r>
              <a:rPr lang="vi-V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chức năng </a:t>
            </a:r>
            <a:r>
              <a:rPr lang="vi-V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chính:</a:t>
            </a:r>
            <a:endParaRPr lang="vi-V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lvl="1" indent="457200" algn="l"/>
            <a:r>
              <a:rPr lang="vi-V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Đăng nhập, đăng </a:t>
            </a:r>
            <a:r>
              <a:rPr lang="vi-V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xuất</a:t>
            </a:r>
            <a:endParaRPr lang="vi-V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lvl="1" indent="457200" algn="l"/>
            <a:r>
              <a:rPr lang="vi-V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Hiển thị dữ </a:t>
            </a:r>
            <a:r>
              <a:rPr lang="vi-V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liệu</a:t>
            </a:r>
            <a:endParaRPr lang="vi-V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lvl="1" indent="457200" algn="l"/>
            <a:r>
              <a:rPr lang="vi-V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Quản lý điểm, khoa, lớp, tài khoản sinh </a:t>
            </a:r>
            <a:r>
              <a:rPr lang="vi-V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viên.</a:t>
            </a:r>
            <a:endParaRPr lang="vi-V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45440" y="238125"/>
            <a:ext cx="485330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u="sng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 diện chương trình:</a:t>
            </a:r>
            <a:endParaRPr lang="vi-VN" altLang="en-US" sz="3200" b="1" u="sng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280795" y="1268095"/>
            <a:ext cx="246316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i="1" u="sng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Đăng Nhập:</a:t>
            </a:r>
            <a:endParaRPr lang="vi-VN" altLang="en-US" sz="3200" b="1" i="1" u="sng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470825896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3545" y="2041525"/>
            <a:ext cx="5943600" cy="3876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45440" y="238125"/>
            <a:ext cx="485330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 diện chương trình:</a:t>
            </a:r>
            <a:endParaRPr lang="vi-VN" altLang="en-US" sz="3200" b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721168" y="1268095"/>
            <a:ext cx="158242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endParaRPr lang="vi-VN" altLang="en-US" sz="3200" b="1" i="1" u="heavy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41270528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900" y="2047875"/>
            <a:ext cx="5943600" cy="38836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45440" y="238125"/>
            <a:ext cx="485330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 diện chương trình:</a:t>
            </a:r>
            <a:endParaRPr lang="vi-VN" altLang="en-US" sz="3200" b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721168" y="1268095"/>
            <a:ext cx="158242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endParaRPr lang="vi-VN" altLang="en-US" sz="3200" b="1" i="1" u="heavy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1287463" y="1143000"/>
            <a:ext cx="352552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i="1" u="sng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Thêm giảng viên:</a:t>
            </a:r>
            <a:endParaRPr lang="vi-VN" altLang="en-US" sz="3200" b="1" i="1" u="sng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24595140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9585" y="2047558"/>
            <a:ext cx="5943600" cy="3895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45440" y="238125"/>
            <a:ext cx="485330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 diện chương trình:</a:t>
            </a:r>
            <a:endParaRPr lang="vi-VN" altLang="en-US" sz="3200" b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721168" y="1268095"/>
            <a:ext cx="158242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endParaRPr lang="vi-VN" altLang="en-US" sz="3200" b="1" i="1" u="heavy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1845945" y="1268095"/>
            <a:ext cx="133413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i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Khoa:</a:t>
            </a:r>
            <a:endParaRPr lang="vi-VN" altLang="en-US" sz="3200" b="1" i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812298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0430" y="2104390"/>
            <a:ext cx="5943600" cy="389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45440" y="238125"/>
            <a:ext cx="485330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 diện chương trình:</a:t>
            </a:r>
            <a:endParaRPr lang="vi-VN" altLang="en-US" sz="3200" b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721168" y="1268095"/>
            <a:ext cx="158242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endParaRPr lang="vi-VN" altLang="en-US" sz="3200" b="1" i="1" u="heavy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1518603" y="1268095"/>
            <a:ext cx="198882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i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Môn </a:t>
            </a:r>
            <a:r>
              <a:rPr lang="vi-VN" altLang="en-US" sz="3200" b="1" i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học:</a:t>
            </a:r>
            <a:endParaRPr lang="vi-VN" altLang="en-US" sz="3200" b="1" i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157333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905" y="2074228"/>
            <a:ext cx="5943600" cy="3910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45440" y="238125"/>
            <a:ext cx="485330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 diện chương trình:</a:t>
            </a:r>
            <a:endParaRPr lang="vi-VN" altLang="en-US" sz="3200" b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721168" y="1268095"/>
            <a:ext cx="158242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endParaRPr lang="vi-VN" altLang="en-US" sz="3200" b="1" i="1" u="heavy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1698943" y="1268095"/>
            <a:ext cx="162814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i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Tín </a:t>
            </a:r>
            <a:r>
              <a:rPr lang="vi-VN" altLang="en-US" sz="3200" b="1" i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chỉ:</a:t>
            </a:r>
            <a:endParaRPr lang="vi-VN" altLang="en-US" sz="3200" b="1" i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865520509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3795" y="2082483"/>
            <a:ext cx="5943600" cy="3830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45440" y="238125"/>
            <a:ext cx="485330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 diện chương trình:</a:t>
            </a:r>
            <a:endParaRPr lang="vi-VN" altLang="en-US" sz="3200" b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721168" y="1268095"/>
            <a:ext cx="158242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endParaRPr lang="vi-VN" altLang="en-US" sz="3200" b="1" i="1" u="heavy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1857058" y="1268095"/>
            <a:ext cx="131191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200" b="1" i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Điểm:</a:t>
            </a:r>
            <a:endParaRPr lang="vi-VN" altLang="en-US" sz="3200" b="1" i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8289068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7725" y="2074545"/>
            <a:ext cx="5943600" cy="38684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1333183" y="2829560"/>
            <a:ext cx="952500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vi-VN" altLang="en-US" sz="3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Cảm ơn thầy đã lắng nghe bài của em ạ !!!!</a:t>
            </a:r>
            <a:endParaRPr lang="vi-VN" altLang="en-US" sz="36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WPS Presentation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Calibri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Thai Van Hoa</dc:creator>
  <cp:lastModifiedBy>THAI VAN HOA</cp:lastModifiedBy>
  <cp:revision>1</cp:revision>
  <dcterms:created xsi:type="dcterms:W3CDTF">2025-05-26T17:50:29Z</dcterms:created>
  <dcterms:modified xsi:type="dcterms:W3CDTF">2025-05-26T17:50:29Z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B4F08C2178004DEDB52069E3EEE4C13A_11</vt:lpwstr>
  </property>
  <property fmtid="{D5CDD505-2E9C-101B-9397-08002B2CF9AE}" pid="3" name="KSOProductBuildVer">
    <vt:lpwstr>1033-12.2.0.21179</vt:lpwstr>
  </property>
</Properties>
</file>